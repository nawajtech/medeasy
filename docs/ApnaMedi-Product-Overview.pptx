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ApnaMedi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99F6E4"/>
                </a:solidFill>
                <a:latin typeface="Calibri"/>
              </a:rPr>
              <a:t>Healthcare Management SaaS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Product Overview Presentation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CFBF1"/>
                </a:solidFill>
                <a:latin typeface="Calibri"/>
              </a:rPr>
              <a:t>Clinics  ·  Hospitals  ·  Pathology Labs  ·  Diagnostic Centers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9F6E4"/>
                </a:solidFill>
                <a:latin typeface="Calibri"/>
              </a:rPr>
              <a:t>Version 2.1  |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1.  What is ApnaMedi?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2.  Problems we solve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3.  Platform architecture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4.  Core modules &amp; capabilities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5.  Patient portal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6.  Roles &amp; security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7.  Subscription plans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8.  Live domains &amp; deployment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2000" b="0">
                <a:solidFill>
                  <a:srgbClr val="0F172A"/>
                </a:solidFill>
                <a:latin typeface="Calibri"/>
              </a:rPr>
              <a:t>9.  Business benefits &amp;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ApnaMedi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What is ApnaMedi?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CFBF1"/>
                </a:solidFill>
                <a:latin typeface="Calibri"/>
              </a:rPr>
              <a:t>One platform for modern healthcare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ApnaMedi is a cloud-ready multi-tenant Healthcare Management SaaS platform. One installation serves many independent clinics and hospitals — each with its own data, branding, staff, and subscription.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27432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Multi-tenant SaaS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Many organizations on one platform with full data isolation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74320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743200"/>
            <a:ext cx="27432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301752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Module-based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Clinic, Laboratory &amp; Diagnostics — enable what you need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74320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743200"/>
            <a:ext cx="27432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Role-based access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Staff see only what their role and plan allow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274320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2743200"/>
            <a:ext cx="27432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301752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Subscription gated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Plans control features, limits, and AI add-ons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ApnaMedi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Problems We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CFBF1"/>
                </a:solidFill>
                <a:latin typeface="Calibri"/>
              </a:rPr>
              <a:t>From scattered tools to one connected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09728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Patient records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Spreadsheets, paper files, incomplete 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109728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Appointments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Phone booking chaos, no shared calendar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17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17320"/>
            <a:ext cx="109728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7373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Lab &amp; Diagnostics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Disconnected orders, delays in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109728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Billing &amp; Finance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Manual invoices, weak P&amp;L visibility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703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703320"/>
            <a:ext cx="109728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0233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Staff access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Everyone sees everything — or nothing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703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3703320"/>
            <a:ext cx="109728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40233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Multi-branch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No central control across locations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ApnaMedi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CFBF1"/>
                </a:solidFill>
                <a:latin typeface="Calibri"/>
              </a:rPr>
              <a:t>Staff app + Patient portal + Shared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37160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F766E"/>
                </a:solidFill>
                <a:latin typeface="Calibri"/>
              </a:rPr>
              <a:t>Staff Dashboard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app.apnamedi.com   ·   Clinic operations, admin, lab, diagnostics, finance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0360"/>
            <a:ext cx="110642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137160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F766E"/>
                </a:solidFill>
                <a:latin typeface="Calibri"/>
              </a:rPr>
              <a:t>Patient Portal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patient.apnamedi.com   ·   Book centres, view reports, prescriptions, chat help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43400"/>
            <a:ext cx="1106424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37160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F766E"/>
                </a:solidFill>
                <a:latin typeface="Calibri"/>
              </a:rPr>
              <a:t>Backend 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app.apnamedi.com/api   ·   Laravel + Sanctum · Multi-tenant · Role &amp; plan gates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ApnaMedi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Core Modules &amp;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889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8892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Clinic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Patients &amp; chart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Doctors &amp; schedule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Appointments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Prescriptions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Billing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7889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78892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4630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Laboratory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Test catalog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Packages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Sample workflow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Results &amp; verify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Lab doctors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7889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78892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Diagnostics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Imaging orders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Packages &amp; discounts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Referral partners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Today queue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Reports &amp; refunds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7889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371600"/>
            <a:ext cx="278892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46304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Multi-branch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Roles &amp; users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Finance &amp; P&amp;L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Audit trail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Subscriptions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ApnaMedi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Patient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CFBF1"/>
                </a:solidFill>
                <a:latin typeface="Calibri"/>
              </a:rPr>
              <a:t>patient.apnamedi.com — self-service for patients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576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Find centres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Browse and select diagnostic / clinic centres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6576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Book visits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Choose service, slot, and confirm booking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417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17320"/>
            <a:ext cx="36576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83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My bookings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View, cancel, or reschedule appointments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36576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Reports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Access shared lab &amp; diagnostic reports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703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703320"/>
            <a:ext cx="36576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069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Prescriptions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View e-prescriptions and medicine details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703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3703320"/>
            <a:ext cx="36576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069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Chat help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Floating assistant for common patient questions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ApnaMedi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Roles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CFBF1"/>
                </a:solidFill>
                <a:latin typeface="Calibri"/>
              </a:rPr>
              <a:t>Right access for every team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Effective Access  =  Role Permissions  ∩  Company Modules  ∩  Subscription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Super Admin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Platform owner — companies, plans, theme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96596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Company Admin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Org admin — staff, settings, all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Doctor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Own appointments, patients, schedules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97180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1089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Receptionist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Front desk — patients &amp; bookings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39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14799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Lab Technician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Lab catalog &amp; order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977639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114799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Radiologist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Diagnostic orders &amp; reports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8348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1206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Accountant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Billing &amp; finance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983480"/>
            <a:ext cx="56235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1206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Pharmacist / Nurse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Clinical &amp; medicine support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ApnaMedi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Subscription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CFBF1"/>
                </a:solidFill>
                <a:latin typeface="Calibri"/>
              </a:rPr>
              <a:t>Grow from small clinic to AI-powered hospital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78892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788920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Basic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Small clinics &amp;
diagnostic centres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Core ops
Essential limits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78892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417320"/>
            <a:ext cx="2788920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600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517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Growing clinics
&amp; laboratories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More modules
Higher limits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278892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2788920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517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Hospitals &amp;
multi-branch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Full scale
Multi-branch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417320"/>
            <a:ext cx="278892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2788920" cy="10058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6002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AI Gold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651760"/>
            <a:ext cx="2377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AI-powered
healthcare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OCR · Chat
Voice · Insights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ApnaMedi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Live Domains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CFBF1"/>
                </a:solidFill>
                <a:latin typeface="Calibri"/>
              </a:rPr>
              <a:t>How production is structured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Production URLs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Staff app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https://app.apnamedi.com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Patient portal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https://patient.apnamedi.com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API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https://app.apnamedi.com/api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Same frontend build · hostname selects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3949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394960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Go-live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✓  DNS: patient CNAME/A -&gt; same as app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✓  SSL for both subdomains (Cloudflare)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✓  Serve SPA dist on both hosts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✓  VITE_API_BASE_URL = app.../api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✓  No VITE_APP_MODE on live build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✓  Laravel APP_URL + Sanctum domains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✓  php artisan config:clear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ApnaMedi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Business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Faster operations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Digitize patients, bookings, lab &amp; diagnostics in one place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417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Lower admin load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Less paperwork, fewer tools, clearer staff workflows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417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783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Better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Roles, audit trail, and subscription limits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03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Patient convenience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Self-booking, reports, prescriptions online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703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69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Scalable SaaS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Onboard many clinics without rebuilding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70332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0690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Ready for AI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AI Gold plan path for OCR, chat &amp; voice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ApnaMedi  |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65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99F6E4"/>
                </a:solidFill>
                <a:latin typeface="Calibri"/>
              </a:rPr>
              <a:t>ApnaMedi — Healthcare Operations, Simplified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app.apnamedi.com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patient.apnamedi.com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CFBF1"/>
                </a:solidFill>
                <a:latin typeface="Calibri"/>
              </a:rPr>
              <a:t>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